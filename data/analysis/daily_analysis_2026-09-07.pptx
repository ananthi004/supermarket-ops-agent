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Daily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Report - 2026-09-07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2251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Total Bills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₹92.00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₹7.54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₹3.77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SGST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₹3.77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₹99.54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Mode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8046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731520">
                <a:tc>
                  <a:txBody>
                    <a:bodyPr/>
                    <a:lstStyle/>
                    <a:p>
                      <a:r>
                        <a:t>Payment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Collected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₹57.61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UPI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Maggi 70g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₹42.00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Tata Salt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 Stock Alert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046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 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Reorder Level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Maggi 70g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Maggi 70g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5.00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Restock products that are at or below reorder level.</a:t>
            </a:r>
          </a:p>
          <a:p>
            <a:pPr>
              <a:defRPr sz="2000"/>
            </a:pPr>
            <a:r>
              <a:t>• Focus on fast-moving product: Maggi 70g.</a:t>
            </a:r>
          </a:p>
          <a:p>
            <a:pPr>
              <a:defRPr sz="2000"/>
            </a:pPr>
            <a:r>
              <a:t>• Monitor customer credit and Khata outstanding balances.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