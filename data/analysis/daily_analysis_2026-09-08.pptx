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Supermarket Daily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Sales Report - 2026-09-08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Sales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55448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22514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Total Bills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Subtotal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₹53.00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GST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₹4.61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CGST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₹2.31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SGST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₹2.30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r>
                        <a:t>Total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₹57.61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Mode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80467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731520">
                <a:tc>
                  <a:txBody>
                    <a:bodyPr/>
                    <a:lstStyle/>
                    <a:p>
                      <a:r>
                        <a:t>Payment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Collected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Cash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₹57.61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₹57.61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UPI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₹0.00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₹0.00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Selling Products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8046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1371600">
                <a:tc>
                  <a:txBody>
                    <a:bodyPr/>
                    <a:lstStyle/>
                    <a:p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Quantity Sold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Maggi 70g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₹28.00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Tata Salt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₹25.00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Low Stock Alert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 low-stock products.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Owner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Focus on fast-moving product: Maggi 70g.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